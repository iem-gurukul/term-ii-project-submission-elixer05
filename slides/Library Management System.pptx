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67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Collection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Pattern + File Persistence | Java Swing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II Project  |  IEM Gurukul  |  Object Oriented Programming using Java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3977640" cy="45720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using manual methods struggle to maintain accurate records.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book availability and stock is error-prone without a system.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and returning transactions are hard to record consistently.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inconsistencies make locating books difficult.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627632"/>
            <a:ext cx="3977640" cy="45720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3736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desktop-based Library Collection Management System built with Java Swing.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DAO Pattern for clean separation of data access logic.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 ensures data is never lost between sessions.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for maintainability and scalability.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6400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Book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books with full form 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97280"/>
            <a:ext cx="2651760" cy="6400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Borrow &amp; Return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copies, prevents borrow when unavailable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97280"/>
            <a:ext cx="2651760" cy="6400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&amp; Filter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author, or ISBN instantly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2651760" cy="6400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Low Stock Alert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books with quantity at threshold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34640"/>
            <a:ext cx="2651760" cy="6400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File Persistence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to books.dat — no data loss on close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28346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834640"/>
            <a:ext cx="2651760" cy="6400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Input 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and confirmation dialogs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07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06070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BookDAO interface hides implementation details from UI and Service layers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475488"/>
          </a:xfrm>
          <a:prstGeom prst="rect">
            <a:avLst/>
          </a:prstGeom>
          <a:solidFill>
            <a:srgbClr val="EBF3FB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72768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Book.java fields are private; accessed only via getters and setters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39696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1945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BookDAO dao = new BookDAOImpl() — interface type, concrete object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8503920" cy="475488"/>
          </a:xfrm>
          <a:prstGeom prst="rect">
            <a:avLst/>
          </a:prstGeom>
          <a:solidFill>
            <a:srgbClr val="EBF3FB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06624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614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276148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extends JFrame, BookTablePanel extends JPanel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73552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284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32841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FileNotFoundException, ClassNotFoundException, business rule violations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8503920" cy="475488"/>
          </a:xfrm>
          <a:prstGeom prst="rect">
            <a:avLst/>
          </a:prstGeom>
          <a:solidFill>
            <a:srgbClr val="EBF3FB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40480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953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68880" y="389534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List&lt;Book&gt;, ArrayList, Java Streams for search and filtering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407408"/>
            <a:ext cx="54864" cy="47548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62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68880" y="446227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Pattern — isolates all file I/O inside BookDAOImpl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6400800" cy="71323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08760" y="11064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39903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· BookTablePanel · BookFormPanel · SearchPanel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764792"/>
            <a:ext cx="274320" cy="20116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965960"/>
            <a:ext cx="640080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020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31343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BookService — validates input &amp; enforces business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679192"/>
            <a:ext cx="274320" cy="20116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880360"/>
            <a:ext cx="6400800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08760" y="2935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22783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BookDAO (interface) · BookDAOImpl (file read/write)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593592"/>
            <a:ext cx="274320" cy="201168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794760"/>
            <a:ext cx="6400800" cy="713232"/>
          </a:xfrm>
          <a:prstGeom prst="rect">
            <a:avLst/>
          </a:prstGeom>
          <a:solidFill>
            <a:srgbClr val="7AB3E0"/>
          </a:solidFill>
          <a:ln w="12700">
            <a:solidFill>
              <a:srgbClr val="7AB3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38496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14223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books.dat — binary file saved via ObjectOutputStream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02920" cy="8046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064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435608"/>
            <a:ext cx="7680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44752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https://github.com/IEM-Gurukul/term-ii-project-submission-Elixer05.git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502920" cy="8046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76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0665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src folder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2395728"/>
            <a:ext cx="7680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404872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term-ii-project-submission-Elixer05/src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502920" cy="8046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36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30266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all Java files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355848"/>
            <a:ext cx="7680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364992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*.java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31920"/>
            <a:ext cx="502920" cy="8046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39867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application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120" y="4315968"/>
            <a:ext cx="7680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325112"/>
            <a:ext cx="7498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Main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JDK 17 or above must be installed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124"/>
          </a:solidFill>
          <a:ln w="12700">
            <a:solidFill>
              <a:srgbClr val="F4A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</Words>
  <Application>Microsoft Office PowerPoint</Application>
  <PresentationFormat>On-screen Show (16:9)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Collection Management System</dc:title>
  <dc:subject>PptxGenJS Presentation</dc:subject>
  <dc:creator>PptxGenJS</dc:creator>
  <cp:lastModifiedBy>Ankita Kundu</cp:lastModifiedBy>
  <cp:revision>2</cp:revision>
  <dcterms:created xsi:type="dcterms:W3CDTF">2026-03-29T09:33:51Z</dcterms:created>
  <dcterms:modified xsi:type="dcterms:W3CDTF">2026-03-29T09:40:49Z</dcterms:modified>
</cp:coreProperties>
</file>